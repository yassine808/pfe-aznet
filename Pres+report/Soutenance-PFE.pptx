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/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Trilingue, arabe RTL, graphiques écrits à la main.</a:t>
            </a:r>
          </a:p>
          <a:p>
            <a:r>
              <a:t>→ Vingt-deux captures en annexe H.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La porte qualité passe : 0 bogue, 0 vulnérabilité, A/A/A.</a:t>
            </a:r>
          </a:p>
          <a:p>
            <a:r>
              <a:t>→ Raconter le vrai bogue : un test qui dépendait du .env local.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/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/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77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24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D'où la chaîne gpt-oss-120b → flash-lite → 3.6-flash : elle alterne les fournisseurs dès le second maillon, parce que Groq et Google comptent leurs quotas séparément. Sur l'image, quatre modèles de vision sur les mêmes dix cas : l'écart texte / image est quasi nul.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 — document .docx joint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928483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775" y="1810512"/>
            <a:ext cx="3708199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429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429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Le portail est passé de rouge à vert.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Fiabilité E, sécurité C au départ : une image de conteneur qui s'exécutait en root et installait depuis des sources non épinglées, et une clé de projet qui ne désignait aucun projet existant.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Une dette de 121 minutes et 15 mauvaises odeurs subsistent : maintenabilité déjà notée A, aucun correctif bloquant.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
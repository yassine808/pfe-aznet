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0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Casablanca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2743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0" b="1" i="0">
                <a:solidFill>
                  <a:srgbClr val="2B3138"/>
                </a:solidFill>
                <a:latin typeface="Georgia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19" y="2029968"/>
            <a:ext cx="91741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4200" b="0" i="0">
                <a:solidFill>
                  <a:srgbClr val="9AA2AB"/>
                </a:solidFill>
                <a:latin typeface="Georgia"/>
              </a:rPr>
              <a:t>The limits of my language
</a:t>
            </a:r>
            <a:r>
              <a:rPr sz="4200" b="1" i="0">
                <a:solidFill>
                  <a:srgbClr val="FFFFFF"/>
                </a:solidFill>
                <a:latin typeface="Georgia"/>
              </a:rPr>
              <a:t>mean the limits of my world.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673352" y="4297680"/>
            <a:ext cx="777240" cy="2743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73352" y="4553712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 spc="220">
                <a:solidFill>
                  <a:srgbClr val="5CB0F7"/>
                </a:solidFill>
                <a:latin typeface="Arial"/>
              </a:rPr>
              <a:t>LUDWIG WITTGENSTEIN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3352" y="4846320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767C84"/>
                </a:solidFill>
                <a:latin typeface="Georgia"/>
              </a:rPr>
              <a:t>Tractatus Logico-Philosophicus, §5.6 — 1921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3352" y="5413248"/>
            <a:ext cx="8442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6000"/>
              </a:lnSpc>
            </a:pPr>
            <a:r>
              <a:rPr sz="1350" b="0" i="0">
                <a:solidFill>
                  <a:srgbClr val="8E959C"/>
                </a:solidFill>
                <a:latin typeface="Arial"/>
              </a:rPr>
              <a:t>Le technicien de câblage pense, compte et raconte sa journée en darija. </a:t>
            </a:r>
            <a:r>
              <a:rPr sz="1350" b="1" i="0">
                <a:solidFill>
                  <a:srgbClr val="D3D8DD"/>
                </a:solidFill>
                <a:latin typeface="Arial"/>
              </a:rPr>
              <a:t>Lui demander un rapport en français, c'est rétrécir ce qu'il peut dire.</a:t>
            </a:r>
            <a:r>
              <a:rPr sz="1350" b="0" i="0">
                <a:solidFill>
                  <a:srgbClr val="8E959C"/>
                </a:solidFill>
                <a:latin typeface="Arial"/>
              </a:rPr>
              <a:t> Tout le projet tient dans le refus de lui faire faire ce trajet.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65 nœuds
réception, déduplication,
autorisation, réponses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66 routes
STT, extraction, journal,
ordonnanceur, comptes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11 tables
Google Sheets
un onglet par chantier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fusionne la ligne dans l'onglet du chantier.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accumulation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9" name="Rectangle 8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moteur retenu, et le coût assumé de ce choix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Groq. Environ 4 Go de mémoire graphique. Cinq fois l'attente contre la meilleure exactitude : c'est la décision centrale du banc d'essai.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fusion,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Commandes /rapport, /modifier, /supprimer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semaine 0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au sprint 2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Huit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boîte de réception, rapports, quotidien, hebdomadaire, automatisation, journaux, équipe.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 en 29 jours
(15 juil. – 12 août 2026)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17 contrôles, par famille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272 tests  ·  Dashboard — tsc, oxlint, build  ·  workflow n8n  ·  Docker compose  ·  parité des locales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franchit les 17 contrôles avant d'être fusionnée.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4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chantier, fusionnée s'il en existe déjà une pour la journée.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client, avec accumulation intra-journalière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Étendre le tableau de bord vers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avancement par site, consommation de matériel, alertes de stock ; le bordereau en fournit la 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6" name="Picture 5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7" name="Picture 6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
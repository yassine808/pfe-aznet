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</a:t>
            </a:r>
          </a:p>
          <a:p>
            <a:r>
              <a:t>→ Vingt-deux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La porte qualité passe : 0 bogue, 0 vulnérabilité, A/A/A.</a:t>
            </a:r>
          </a:p>
          <a:p>
            <a:r>
              <a:t>→ Raconter le vrai bogue : un test qui dépendait du .env local.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77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24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La fusion a été retirée le 18 août : elle détruisait de l'information.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 — document .docx joint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28483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775" y="1810512"/>
            <a:ext cx="3708199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429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429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
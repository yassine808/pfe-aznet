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395728"/>
            <a:ext cx="1463040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Casablanca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" y="1965960"/>
            <a:ext cx="45720" cy="22402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9357055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2500" b="0" i="0">
                <a:solidFill>
                  <a:srgbClr val="D5D5D5"/>
                </a:solidFill>
                <a:latin typeface="Arial"/>
              </a:rPr>
              <a:t>« Si vous parlez à un homme dans une langue qu'il comprend, vous parlez à sa tête. </a:t>
            </a:r>
            <a:r>
              <a:rPr sz="2500" b="1" i="0">
                <a:solidFill>
                  <a:srgbClr val="FFFFFF"/>
                </a:solidFill>
                <a:latin typeface="Arial"/>
              </a:rPr>
              <a:t>Si vous lui parlez dans sa langue, vous parlez à son cœur.</a:t>
            </a:r>
            <a:r>
              <a:rPr sz="2500" b="0" i="0">
                <a:solidFill>
                  <a:srgbClr val="D5D5D5"/>
                </a:solidFill>
                <a:latin typeface="Arial"/>
              </a:rPr>
              <a:t>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370832"/>
            <a:ext cx="935705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 i="0">
                <a:solidFill>
                  <a:srgbClr val="4FA9F5"/>
                </a:solidFill>
                <a:latin typeface="Arial"/>
              </a:rPr>
              <a:t>Nelson Mandela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4882896"/>
            <a:ext cx="935705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400" b="0" i="0">
                <a:solidFill>
                  <a:srgbClr val="9C9C9C"/>
                </a:solidFill>
                <a:latin typeface="Arial"/>
              </a:rPr>
              <a:t>Le technicien de câblage pense, compte et raconte sa journée en darija. Tout le projet tient dans le refus de lui demander de se traduire lui-même : c'est au système de faire le trajet, pas à lui.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65 nœuds
réception, déduplication,
autorisation, réponses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66 routes
STT, extraction, journal,
ordonnanceur, comptes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11 tables
Google Sheets
un onglet par chantier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chargé à la première demande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l'organigramme, son autorisation et son chantier vérifiés.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fusionne la ligne dans l'onglet du chantier.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77240" y="5047488"/>
            <a:ext cx="32004" cy="65836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695" y="5074920"/>
            <a:ext cx="104177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L'ordre de 5 et 6 est un invariant, pas une préférence : une écriture Google Sheets qui échoue est garée dans une file de reprise et rejouée toutes les cinq minutes — elle ne coûte jamais au technicien son accusé de réception.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accumulation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9" name="Rectangle 8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Une seule ligne  —  12/08, technicien 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200 m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étages RDC + E1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Les nombres s'ajoutent, les localisations s'unissent, la prose s'ajoute.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Une seconde ligne doublerait les jours-hommes et fausserait la ligne de totaux — le seul chiffre que le directeur lit.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moteur retenu, et le coût assumé de ce choix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Groq. Environ 4 Go de mémoire graphique. Cinq fois l'attente contre la meilleure exactitude : c'est la décision centrale du banc d'essai.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Réception WhatsApp Cloud API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Extraction structurée — 4 chaînes de repli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Journal de chantier par site — fusion, stock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Miroir plat pour le tableau de bord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Observabilité PostgreSQL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Ordonnanceur — 6 tâches, page Automatisation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Rapports quotidien et hebdomadaire par e-mail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Commandes /rapport, /modifier, /supprimer</a:t>
            </a:r>
          </a:p>
          <a:p>
            <a:pPr>
              <a:spcAft>
                <a:spcPts val="1000"/>
              </a:spcAft>
            </a:pPr>
            <a:r>
              <a:rPr sz="14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3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semaine 0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au sprint 2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Huit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boîte de réception, rapports, quotidien, hebdomadaire, automatisation, journaux, équipe.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Le rattachement d'un technicien à un chef détermine le chantier de ses rapports.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commits en 29 jours
(15 juil. – 12 août 2026)</a:t>
            </a:r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272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17 contrôles, par famille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272 tests  ·  Dashboard — tsc, oxlint, build  ·  workflow n8n  ·  Docker compose  ·  parité des locales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franchit les 17 contrôles avant d'être fusionnée.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4FA9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chantier, fusionnée s'il en existe déjà une pour la journée.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quatre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client, avec accumulation intra-journalière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Étendre le tableau de bord vers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avancement par site, consommation de matériel, alertes de stock ; le bordereau en fournit la base.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66560"/>
            <a:ext cx="12191695" cy="9144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6" name="Picture 5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7" name="Picture 6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Automatisation — les six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645920"/>
            <a:ext cx="1051560" cy="32004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